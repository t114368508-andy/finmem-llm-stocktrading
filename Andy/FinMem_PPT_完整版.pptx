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3898880" cy="95097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FinMem 架構圖與模組總覽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5488"/>
            <a:ext cx="1335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整體流程: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原始新聞與財報先在模擬開始前離線摘要好,交易當天則把摘要文字與即時股價一起送進系統,先分類成文字/股價兩路——文字存進分層長期記憶、股價直接算動能;檢索記憶時以一次性設定好的角色人設當查詢依據,找出最相關的記憶,再連同動能事實一起交給 LLM 反思,最後產出買進/賣出/持有的決策。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" y="1234440"/>
            <a:ext cx="1920240" cy="548640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Summarize 摘要</a:t>
            </a:r>
          </a:p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(離線前處理)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02536" y="1783080"/>
            <a:ext cx="0" cy="365760"/>
          </a:xfrm>
          <a:prstGeom prst="line">
            <a:avLst/>
          </a:prstGeom>
          <a:ln w="19050">
            <a:solidFill>
              <a:srgbClr val="8080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146303" y="18013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808080"/>
                </a:solidFill>
                <a:latin typeface="Microsoft JhengHei"/>
              </a:rPr>
              <a:t>模擬開始前先把原始新聞/財報壓縮成摘要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234440"/>
            <a:ext cx="1828800" cy="548640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E6DA4"/>
                </a:solidFill>
                <a:latin typeface="Microsoft JhengHei"/>
              </a:rPr>
              <a:t>Profiling 角色設定</a:t>
            </a:r>
          </a:p>
          <a:p>
            <a:pPr algn="ctr"/>
            <a:r>
              <a:rPr sz="900" b="1">
                <a:solidFill>
                  <a:srgbClr val="2E6DA4"/>
                </a:solidFill>
                <a:latin typeface="Microsoft JhengHei"/>
              </a:rPr>
              <a:t>(一次性)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95160" y="1783080"/>
            <a:ext cx="0" cy="365760"/>
          </a:xfrm>
          <a:prstGeom prst="line">
            <a:avLst/>
          </a:prstGeom>
          <a:ln w="19050">
            <a:solidFill>
              <a:srgbClr val="2E6DA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66360" y="18013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2E6DA4"/>
                </a:solidFill>
                <a:latin typeface="Microsoft JhengHei"/>
              </a:rPr>
              <a:t>建立 Agent 時設定一次,當作檢索記憶的查詢依據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3856" y="2148840"/>
            <a:ext cx="1737360" cy="1618488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已摘要文字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＋即時股價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98648" y="2811780"/>
            <a:ext cx="237744" cy="292608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63824" y="2148840"/>
            <a:ext cx="1234440" cy="1618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Sorting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分類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25696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4425696" y="331012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0872" y="2148840"/>
            <a:ext cx="14173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Layered Memory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分層長期記憶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135624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148840"/>
            <a:ext cx="1188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Retrieve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記憶檢索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16952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90872" y="3108960"/>
            <a:ext cx="14173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Observe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動能觀察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35624" y="3310128"/>
            <a:ext cx="1719072" cy="256032"/>
          </a:xfrm>
          <a:prstGeom prst="rightArrow">
            <a:avLst/>
          </a:prstGeom>
          <a:solidFill>
            <a:srgbClr val="D9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4" y="3584448"/>
            <a:ext cx="17190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D98A3A"/>
                </a:solidFill>
                <a:latin typeface="Microsoft JhengHei"/>
              </a:rPr>
              <a:t>不經記憶層,直接提供市場事實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82128" y="2148840"/>
            <a:ext cx="1371600" cy="1618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Reflect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反思推理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81160" y="283006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46336" y="2569464"/>
            <a:ext cx="1371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Decision-making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決策輸出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945368" y="283006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210544" y="2569464"/>
            <a:ext cx="1554480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交易決策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Buy / Sell / Hold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133856" y="4270248"/>
          <a:ext cx="11631164" cy="5102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116"/>
                <a:gridCol w="3721973"/>
                <a:gridCol w="2326233"/>
                <a:gridCol w="2209921"/>
                <a:gridCol w="2209921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結構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輸入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輸出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功能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Summarize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摘要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不在每日流程裡,是模擬開始前的離線腳本,呼叫 LLM 把原文壓成約 200 tokens 摘要,另用 VADER/FinBERT 幫新聞標情緒分數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清理過的原始新聞、10-K、10-Q 全文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壓縮後的摘要文字(和情緒標註),供每日流程使用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先把落落長的文件濃縮,減少之後存記憶與送 prompt 的負擔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Profiling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Module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建立 Agent 時,由設定檔裡固定的一段文字模板決定,描述交易專長與風險傾向,模擬過程中不再改變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設定檔裡寫好的產業背景與人設文字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貫穿模擬過程使用的角色人設字串,做為 Retrieve 檢索記憶的查詢依據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決定檢索時撈出哪些記憶,間接影響反思與決策,不隨每日資料變動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Sorting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分類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沒有獨立程式檔,寫在 agent.py 的 step() 開頭,依資料型態呼叫三個處理函式(檔案/新聞/股價各一個)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當天打包好的市場資料(股價＋10-K＋10-Q＋新聞)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依型態分流:文字送記憶路徑,股價送 Observe 路徑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判斷資料型態,決定接下來走哪條路線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Observe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觀察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規則式計算,不是 LLM,依訓練/測試模式取價差或過去幾天的累積報酬率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每日收盤價序列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動能趨勢描述文字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捕捉價格慣性訊號,不經記憶層,直接供 Reflect 使用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Layered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Memory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4 個獨立記憶庫(淺/中/深/反思),各自算重要性、新近度、被引用次數三種分數,分數達門檻就在淺中深之間升降,過低就刪除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Summarize 產出的摘要文字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會隨時間升降層、淘汰的分層記憶庫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模擬「常用的記得久、沒用的忘得快」,決定哪些資訊該長期保留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Retrieve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檢索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查詢文字轉 embedding,用向量相似度搜尋,再跟記憶本身的分數加總排序取 Top-K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當下的查詢情境(角色人設字串)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各層 Top-K 相關記憶(含編號)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找出當下最相關的歷史依據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Reflect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反思推理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把 LLM 呼叫包裝成固定格式輸出,依訓練/測試模式產出結構化結果(引用的記憶編號＋推理摘要)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Retrieve 取出的記憶＋Observe 的市場事實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結構化反思(引用記憶編號＋推理摘要)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把記憶與市場觀察轉成一段可解釋的推理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Decision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-making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整合反思結果與目前持倉狀態,產出買賣持有決策、更新持倉,並讓被引用的記憶獲得加分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Reflect 的推理結果＋目前持倉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Buy / Sell / Hold 決策,更新後的持倉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產出最終下單決策,同時讓證實有用的記憶被強化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程式碼:模組怎麼對應到實際檔案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3035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倉庫分成兩塊: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puppy/ 是每天實際運行的 Agent 原始碼,data-pipeline/ 是模擬開始前的離線資料前處理腳本。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05840"/>
          <a:ext cx="11247120" cy="4160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13816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 / 階段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對應檔案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Sorting / Decision-making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 — LLMAgent.step()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Profiling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puppy/agent.py(角色字串)＋ config/*.toml 的 character_string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Summarize(離線)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data-pipeline/03-summary.py ＋ 03-model_wrapper.py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情緒標註(離線)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data-pipeline/05-get_sentiment_by_ticker.py(VADER / FinBERT)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Observe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 ＋ puppy/portfolio.py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Layered Memory / Retrieve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puppy/memorydb.py(MemoryDB、BrainDB)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分數計算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puppy/memory_functions/(decay.py、importance_score.py、recency.py、compound_score.py、access_counter.py)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Reflect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puppy/reflection.py ＋ puppy/chat.py(LLM 呼叫)＋ puppy/prompts.py(提示詞模板)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資料下載與打包(離線)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data-pipeline/01_*.py ～ 04-data_pipeline.py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進入點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run.py — 建立 MarketEnvironment 與 LLMAgent,逐日呼叫 step()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範例:被引用的記憶怎麼加分(memory_functions/access_counter.py)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5760720"/>
            <a:ext cx="6949440" cy="1417320"/>
          </a:xfrm>
          <a:prstGeom prst="rect">
            <a:avLst/>
          </a:prstGeom>
          <a:solidFill>
            <a:srgbClr val="27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897880"/>
            <a:ext cx="6583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D8DEE5"/>
                </a:solidFill>
                <a:latin typeface="Microsoft JhengHei"/>
              </a:rPr>
              <a:t>class LinearImportanceScoreChange: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D8DEE5"/>
                </a:solidFill>
                <a:latin typeface="Microsoft JhengHei"/>
              </a:rPr>
              <a:t>    def __call__(self, access_counter: int, importance_score: float) -&gt; float: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D8DEE5"/>
                </a:solidFill>
                <a:latin typeface="Microsoft JhengHei"/>
              </a:rPr>
              <a:t>        importance_score += access_counter * 5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D8DEE5"/>
                </a:solidFill>
                <a:latin typeface="Microsoft JhengHei"/>
              </a:rPr>
              <a:t>        return importance_score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5760720"/>
            <a:ext cx="4114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這則記憶每被 LLM 反思時引用一次,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access_counter 就 +1,重要性分數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就跟著墊高 5 分——分數夠高就會被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搬去更持久的記憶層,這是整個分層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記憶機制裡最核心的一段邏輯。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論文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4864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02020"/>
                </a:solidFill>
                <a:latin typeface="Microsoft JhengHei"/>
              </a:rPr>
              <a:t>FinMem: A Performance-Enhanced LLM Trading Agent with Layered Memory and Character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71600"/>
            <a:ext cx="11247120" cy="1051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C0C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作者(9 位):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Yangyang Yu、Haohang Li、Zhi Chen、Yuechen Jiang、Yang Li、Denghui Zhang、Rong Liu、Jordan W. Suchow、Khaldoun Khashanah</a:t>
            </a:r>
          </a:p>
          <a:p>
            <a:pPr algn="l">
              <a:lnSpc>
                <a:spcPct val="13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arXiv: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2311.13743(q-fin.CP)　　</a:t>
            </a:r>
            <a:r>
              <a:rPr sz="1000" b="1">
                <a:solidFill>
                  <a:srgbClr val="202020"/>
                </a:solidFill>
                <a:latin typeface="Microsoft JhengHei"/>
              </a:rPr>
              <a:t>GitHub: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941 stars、192 forks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606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發表與收錄紀錄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2926080"/>
          <a:ext cx="112471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6675120"/>
                <a:gridCol w="320040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場合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2024-01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AAAI Spring Symposium on Human-Like Learning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延伸摘要入選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2024-03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ICLR Workshop on LLM Agents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論文獲接受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2024-06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IJCAI 2024 FinLLM Challenge — Task 3 Single Stock Trading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參賽並完成挑戰(共 12 隊參與)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434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論文原文定義的三大核心模組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75488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202020"/>
                </a:solidFill>
                <a:latin typeface="Microsoft JhengHei"/>
              </a:rPr>
              <a:t>論文摘要裡明確把 FinMem 分成三個核心模組: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2E6DA4"/>
                </a:solidFill>
                <a:latin typeface="Microsoft JhengHei"/>
              </a:rPr>
              <a:t>Profiling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勾勒 Agent 的特質(對應本簡報的 Profiling)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B07020"/>
                </a:solidFill>
                <a:latin typeface="Microsoft JhengHei"/>
              </a:rPr>
              <a:t>Memory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分層處理,協助 Agent 吸收具真實層級結構的財務資料(對應 Layered Memory＋Retrieve)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309040"/>
                </a:solidFill>
                <a:latin typeface="Microsoft JhengHei"/>
              </a:rPr>
              <a:t>Decision-making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把記憶得到的洞見轉換成投資決策(對應 Reflect＋Decision-making)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30936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研究發現(論文摘要精簡)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629400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02020"/>
                </a:solidFill>
                <a:latin typeface="Microsoft JhengHei"/>
              </a:rPr>
              <a:t>在可擴充的真實股票與基金資料集上,FinMem 的交易績效領先其他演算法型 Agent;論文作者接著調整Agent 對記憶的「感知範圍」(要看多近或多遠的記憶),進一步提升績效。論文主張,FinMem 分層記憶的設計貼近人類交易員的認知結構,可解釋性高,且能保留超出人類記憶負荷的關鍵資訊。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實際應用場景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3035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02020"/>
                </a:solidFill>
                <a:latin typeface="Microsoft JhengHei"/>
              </a:rPr>
              <a:t>官方以 TSLA(特斯拉)為展示標的,個股可經 config 檔案更換,整套流程分成「離線準備資料」跟「每日模擬交易」兩段。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01 下載原始資料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(新聞/10-K/10-Q)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23160" y="130759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69464" y="105156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02 清理新聞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672583" y="130759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18888" y="105156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03 摘要＋情緒標註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922007" y="130759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68312" y="105156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04 打包成 pkl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(含股價)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171432" y="130759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317736" y="105156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05 加情緒分數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92023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08080"/>
                </a:solidFill>
                <a:latin typeface="Microsoft JhengHei"/>
              </a:rPr>
              <a:t>↑ data-pipeline/ 離線資料前處理(模擬開始前跑一次)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2377440"/>
            <a:ext cx="5440680" cy="868680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Train 模式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讓 Agent 逐日累積記憶與經驗,不下真實交易單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377440"/>
            <a:ext cx="5440680" cy="868680"/>
          </a:xfrm>
          <a:prstGeom prst="roundRect">
            <a:avLst/>
          </a:prstGeom>
          <a:solidFill>
            <a:srgbClr val="D9EAD9"/>
          </a:solidFill>
          <a:ln w="12700">
            <a:solidFill>
              <a:srgbClr val="409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Test 模式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用訓練好的 Agent 實際模擬交易,記錄逐日決策與績效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5204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實際輸出範例(TSLA,2023-01-24)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840480"/>
            <a:ext cx="11247120" cy="1417320"/>
          </a:xfrm>
          <a:prstGeom prst="roundRect">
            <a:avLst/>
          </a:prstGeom>
          <a:solidFill>
            <a:srgbClr val="FBF0C8"/>
          </a:solidFill>
          <a:ln w="12700">
            <a:solidFill>
              <a:srgbClr val="C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59352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交易決策: </a:t>
            </a:r>
            <a:r>
              <a:rPr sz="1000" b="1">
                <a:solidFill>
                  <a:srgbClr val="C03030"/>
                </a:solidFill>
                <a:latin typeface="Microsoft JhengHei"/>
              </a:rPr>
              <a:t>買進(Buy)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理由: </a:t>
            </a:r>
            <a:r>
              <a:rPr sz="950" b="0">
                <a:solidFill>
                  <a:srgbClr val="202020"/>
                </a:solidFill>
                <a:latin typeface="Microsoft JhengHei"/>
              </a:rPr>
              <a:t>根據淺層與中層記憶訊息,分析師認為目前的低價是買進機會(記憶編號 3357、3404)。深層記憶顯示 Tesla 縮減產能是潛在風險(3417),但反思層資訊顯示過去 10 年財務表現穩健(1)。此外,投資人目前僅持有 1 股 TSLA,加碼買進未來可能有不錯的報酬。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166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績效怎麼評估(data-pipeline/07-metrics.py、08-Wilcoxon-Test.py)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48640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Sharpe Ratio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風險調整後報酬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78608" y="548640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Cumulative Return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累積報酬率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37175" y="548640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Max Drawdown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最大回撤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95743" y="548640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Annualized Volatility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年化波動度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54311" y="548640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Wilcoxon Test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跟對照策略比較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是否顯著較優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53796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實際跑起來的樣子: 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官方附有示範影片 FinMem.mp4,展示 Agent 逐日讀取資料、檢索記憶、產出決策的完整過程;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202020"/>
                </a:solidFill>
                <a:latin typeface="Microsoft JhengHei"/>
              </a:rPr>
              <a:t>06-Visualize-results.py 則會把累積報酬畫成圖,跟單純買進持有(buy-and-hold)策略比較。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