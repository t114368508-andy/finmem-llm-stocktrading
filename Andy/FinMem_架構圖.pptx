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54864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02020"/>
                </a:solidFill>
                <a:latin typeface="Microsoft JhengHei"/>
              </a:rPr>
              <a:t>FinMem 架構圖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27167" y="384048"/>
            <a:ext cx="1737360" cy="566928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Profiling Module</a:t>
            </a:r>
          </a:p>
          <a:p>
            <a:pPr algn="ctr"/>
            <a:r>
              <a:rPr sz="900" b="1">
                <a:solidFill>
                  <a:srgbClr val="2E6DA4"/>
                </a:solidFill>
                <a:latin typeface="Microsoft JhengHei"/>
              </a:rPr>
              <a:t>角色設定(一次性)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" y="950976"/>
            <a:ext cx="0" cy="283464"/>
          </a:xfrm>
          <a:prstGeom prst="line">
            <a:avLst/>
          </a:prstGeom>
          <a:ln w="19050">
            <a:solidFill>
              <a:srgbClr val="2E6DA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01687" y="41147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E6DA4"/>
                </a:solidFill>
                <a:latin typeface="Microsoft JhengHei"/>
              </a:rPr>
              <a:t>非每日流程,建立 Agent 時設定一次,
當作 Retrieve 檢索記憶的查詢依據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207" y="1234440"/>
            <a:ext cx="1371600" cy="157276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多來源市場資料</a:t>
            </a:r>
          </a:p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新聞 / 10-K / 10-Q</a:t>
            </a:r>
          </a:p>
          <a:p>
            <a:pPr algn="ctr"/>
            <a:r>
              <a:rPr sz="900" b="0">
                <a:solidFill>
                  <a:srgbClr val="202020"/>
                </a:solidFill>
                <a:latin typeface="Microsoft JhengHei"/>
              </a:rPr>
              <a:t>每日股價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423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374239" y="2350008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21127" y="12344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Summarize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摘要＋情緒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3727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84167" y="12344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Layered</a:t>
            </a:r>
          </a:p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Memory</a:t>
            </a:r>
          </a:p>
          <a:p>
            <a:pPr algn="ctr"/>
            <a:r>
              <a:rPr sz="850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0031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47207" y="1234440"/>
            <a:ext cx="10972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記憶檢索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1919" y="14356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21127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0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37279" y="2350008"/>
            <a:ext cx="3054095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7279" y="2624328"/>
            <a:ext cx="30540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D98A3A"/>
                </a:solidFill>
                <a:latin typeface="Microsoft JhengHei"/>
              </a:rPr>
              <a:t>直接提供市場事實,略過記憶層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18807" y="1234440"/>
            <a:ext cx="11887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34959" y="18928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81847" y="1632204"/>
            <a:ext cx="11887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Decision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-making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決策輸出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97999" y="1892807"/>
            <a:ext cx="219456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44887" y="1632204"/>
            <a:ext cx="137160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" rIns="30000"/>
          <a:lstStyle/>
          <a:p>
            <a:pPr algn="ctr"/>
            <a:r>
              <a:rPr sz="950" b="0">
                <a:solidFill>
                  <a:srgbClr val="202020"/>
                </a:solidFill>
                <a:latin typeface="Microsoft JhengHei"/>
              </a:rPr>
              <a:t>交易決策</a:t>
            </a:r>
          </a:p>
          <a:p>
            <a:pPr algn="ctr"/>
            <a:r>
              <a:rPr sz="950" b="0">
                <a:solidFill>
                  <a:srgbClr val="202020"/>
                </a:solidFill>
                <a:latin typeface="Microsoft JhengHei"/>
              </a:rPr>
              <a:t>Buy / Sell / Hold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75207" y="3218688"/>
          <a:ext cx="10241279" cy="3566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6540"/>
                <a:gridCol w="3072384"/>
                <a:gridCol w="2048256"/>
                <a:gridCol w="2048256"/>
                <a:gridCol w="1945843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2000" marB="12000" anchor="ctr">
                    <a:solidFill>
                      <a:srgbClr val="2E3B4E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建立 Agent 時,由設定檔裡固定的一段文字模板決定,描述交易專長與風險傾向,模擬過程中不再改變(非 LLM 動態生成)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設定檔裡寫好的產業背景與人設文字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貫穿模擬過程使用的角色人設字串,做為 Retrieve 檢索記憶的查詢依據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決定檢索時撈出哪些記憶,間接影響反思與決策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guardrails 包裝 LLM 呼叫,搭配 TextTruncator 控制 token 上限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10-K/10-Q 報告全文、每日新聞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摘要文字＋情緒分數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把長文件壓成可用洞見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規則式計算(非LLM),依 train/test 模式取價差或累積對數報酬率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每日收盤價序列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動能趨勢描述文字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捕捉價格慣性訊號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Memory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FAISS IndexFlatIP 向量索引＋SortedList,依重要性/新近度/存取次數分淺中深三層,ExponentialDecay 隨時間衰減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產出的摘要事件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依分數排序儲存的三層記憶庫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模擬人類交易員的記憶結構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text-embedding-ada-002 向量化查詢,FAISS 相似度搜尋＋LinearCompoundScore 加權排序取 Top-K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當前查詢情境(embedding 向量)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相關記憶(含ID)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找出當下最相關的歷史依據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guardrails(pydantic)包裝 LLM 輸出,依 train/test 模式產出結構化反思物件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各層 Top-K 記憶事件＋Observe 市場事實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結構化反思(引用 memory ID＋推理摘要)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把記憶轉成可解釋的推理鏈</a:t>
                      </a:r>
                    </a:p>
                  </a:txBody>
                  <a:tcPr marL="40000" marR="40000" marT="12000" marB="12000" anchor="ctr">
                    <a:solidFill>
                      <a:srgbClr val="F4F6F8"/>
                    </a:solidFill>
                  </a:tcPr>
                </a:tc>
              </a:tr>
              <a:tr h="46242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Decision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Microsoft JhengHei"/>
                        </a:rPr>
                        <a:t>-making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整合反思結果與持倉狀態,由 LLM 產出決策並更新 Portfolio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Reflect 推理結果＋目前持倉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Buy/Sell/Hold 決策,更新持倉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Microsoft JhengHei"/>
                        </a:rPr>
                        <a:t>產出最終下單決策</a:t>
                      </a:r>
                    </a:p>
                  </a:txBody>
                  <a:tcPr marL="40000" marR="40000" marT="12000" marB="12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